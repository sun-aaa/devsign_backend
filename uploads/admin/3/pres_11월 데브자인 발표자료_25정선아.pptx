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15" Target="../media/image21.png" Type="http://schemas.openxmlformats.org/officeDocument/2006/relationships/image"/><Relationship Id="rId16" Target="../media/image22.png" Type="http://schemas.openxmlformats.org/officeDocument/2006/relationships/image"/><Relationship Id="rId17" Target="../media/image23.png" Type="http://schemas.openxmlformats.org/officeDocument/2006/relationships/image"/><Relationship Id="rId18" Target="../media/image24.png" Type="http://schemas.openxmlformats.org/officeDocument/2006/relationships/image"/><Relationship Id="rId19" Target="../media/image25.png" Type="http://schemas.openxmlformats.org/officeDocument/2006/relationships/image"/><Relationship Id="rId2" Target="../media/image1.png" Type="http://schemas.openxmlformats.org/officeDocument/2006/relationships/image"/><Relationship Id="rId20" Target="../media/image26.png" Type="http://schemas.openxmlformats.org/officeDocument/2006/relationships/image"/><Relationship Id="rId21" Target="../media/image27.png" Type="http://schemas.openxmlformats.org/officeDocument/2006/relationships/image"/><Relationship Id="rId22" Target="../media/image28.png" Type="http://schemas.openxmlformats.org/officeDocument/2006/relationships/image"/><Relationship Id="rId23" Target="../media/image29.png" Type="http://schemas.openxmlformats.org/officeDocument/2006/relationships/image"/><Relationship Id="rId24" Target="../media/image30.png" Type="http://schemas.openxmlformats.org/officeDocument/2006/relationships/image"/><Relationship Id="rId25" Target="../media/image31.png" Type="http://schemas.openxmlformats.org/officeDocument/2006/relationships/image"/><Relationship Id="rId26" Target="../media/image32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16.png" Type="http://schemas.openxmlformats.org/officeDocument/2006/relationships/image"/><Relationship Id="rId13" Target="../media/image35.png" Type="http://schemas.openxmlformats.org/officeDocument/2006/relationships/image"/><Relationship Id="rId14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7.png" Type="http://schemas.openxmlformats.org/officeDocument/2006/relationships/image"/><Relationship Id="rId12" Target="../media/image8.png" Type="http://schemas.openxmlformats.org/officeDocument/2006/relationships/image"/><Relationship Id="rId13" Target="../media/image6.png" Type="http://schemas.openxmlformats.org/officeDocument/2006/relationships/image"/><Relationship Id="rId14" Target="../media/image41.png" Type="http://schemas.openxmlformats.org/officeDocument/2006/relationships/image"/><Relationship Id="rId15" Target="../media/image42.png" Type="http://schemas.openxmlformats.org/officeDocument/2006/relationships/image"/><Relationship Id="rId16" Target="../media/image43.png" Type="http://schemas.openxmlformats.org/officeDocument/2006/relationships/image"/><Relationship Id="rId17" Target="../media/image16.png" Type="http://schemas.openxmlformats.org/officeDocument/2006/relationships/image"/><Relationship Id="rId18" Target="../media/image44.png" Type="http://schemas.openxmlformats.org/officeDocument/2006/relationships/image"/><Relationship Id="rId19" Target="../media/image45.png" Type="http://schemas.openxmlformats.org/officeDocument/2006/relationships/image"/><Relationship Id="rId2" Target="../media/image1.png" Type="http://schemas.openxmlformats.org/officeDocument/2006/relationships/image"/><Relationship Id="rId20" Target="../media/image31.png" Type="http://schemas.openxmlformats.org/officeDocument/2006/relationships/image"/><Relationship Id="rId21" Target="../media/image32.png" Type="http://schemas.openxmlformats.org/officeDocument/2006/relationships/image"/><Relationship Id="rId22" Target="../media/image46.png" Type="http://schemas.openxmlformats.org/officeDocument/2006/relationships/image"/><Relationship Id="rId23" Target="../media/image47.png" Type="http://schemas.openxmlformats.org/officeDocument/2006/relationships/image"/><Relationship Id="rId24" Target="../media/image48.png" Type="http://schemas.openxmlformats.org/officeDocument/2006/relationships/image"/><Relationship Id="rId25" Target="../media/image49.png" Type="http://schemas.openxmlformats.org/officeDocument/2006/relationships/image"/><Relationship Id="rId26" Target="../media/image50.png" Type="http://schemas.openxmlformats.org/officeDocument/2006/relationships/image"/><Relationship Id="rId27" Target="../media/image51.png" Type="http://schemas.openxmlformats.org/officeDocument/2006/relationships/image"/><Relationship Id="rId28" Target="../media/image52.png" Type="http://schemas.openxmlformats.org/officeDocument/2006/relationships/image"/><Relationship Id="rId29" Target="../media/image53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44.png" Type="http://schemas.openxmlformats.org/officeDocument/2006/relationships/image"/><Relationship Id="rId12" Target="../media/image57.png" Type="http://schemas.openxmlformats.org/officeDocument/2006/relationships/image"/><Relationship Id="rId13" Target="../media/image58.png" Type="http://schemas.openxmlformats.org/officeDocument/2006/relationships/image"/><Relationship Id="rId14" Target="../media/image31.png" Type="http://schemas.openxmlformats.org/officeDocument/2006/relationships/image"/><Relationship Id="rId15" Target="../media/image59.png" Type="http://schemas.openxmlformats.org/officeDocument/2006/relationships/image"/><Relationship Id="rId16" Target="../media/image32.png" Type="http://schemas.openxmlformats.org/officeDocument/2006/relationships/image"/><Relationship Id="rId17" Target="../media/image60.png" Type="http://schemas.openxmlformats.org/officeDocument/2006/relationships/image"/><Relationship Id="rId2" Target="../media/image4.png" Type="http://schemas.openxmlformats.org/officeDocument/2006/relationships/image"/><Relationship Id="rId3" Target="../media/image15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6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57.png" Type="http://schemas.openxmlformats.org/officeDocument/2006/relationships/image"/><Relationship Id="rId12" Target="../media/image58.png" Type="http://schemas.openxmlformats.org/officeDocument/2006/relationships/image"/><Relationship Id="rId13" Target="../media/image31.png" Type="http://schemas.openxmlformats.org/officeDocument/2006/relationships/image"/><Relationship Id="rId14" Target="../media/image59.png" Type="http://schemas.openxmlformats.org/officeDocument/2006/relationships/image"/><Relationship Id="rId15" Target="../media/image32.png" Type="http://schemas.openxmlformats.org/officeDocument/2006/relationships/image"/><Relationship Id="rId16" Target="../media/image62.png" Type="http://schemas.openxmlformats.org/officeDocument/2006/relationships/image"/><Relationship Id="rId2" Target="../media/image4.png" Type="http://schemas.openxmlformats.org/officeDocument/2006/relationships/image"/><Relationship Id="rId3" Target="../media/image15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6.png" Type="http://schemas.openxmlformats.org/officeDocument/2006/relationships/image"/><Relationship Id="rId7" Target="../media/image61.png" Type="http://schemas.openxmlformats.org/officeDocument/2006/relationships/image"/><Relationship Id="rId8" Target="../media/image16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56.png" Type="http://schemas.openxmlformats.org/officeDocument/2006/relationships/image"/><Relationship Id="rId12" Target="../media/image44.png" Type="http://schemas.openxmlformats.org/officeDocument/2006/relationships/image"/><Relationship Id="rId13" Target="../media/image57.png" Type="http://schemas.openxmlformats.org/officeDocument/2006/relationships/image"/><Relationship Id="rId14" Target="../media/image58.png" Type="http://schemas.openxmlformats.org/officeDocument/2006/relationships/image"/><Relationship Id="rId15" Target="../media/image31.png" Type="http://schemas.openxmlformats.org/officeDocument/2006/relationships/image"/><Relationship Id="rId16" Target="../media/image59.png" Type="http://schemas.openxmlformats.org/officeDocument/2006/relationships/image"/><Relationship Id="rId17" Target="../media/image32.png" Type="http://schemas.openxmlformats.org/officeDocument/2006/relationships/image"/><Relationship Id="rId18" Target="../media/image66.png" Type="http://schemas.openxmlformats.org/officeDocument/2006/relationships/image"/><Relationship Id="rId2" Target="../media/image4.png" Type="http://schemas.openxmlformats.org/officeDocument/2006/relationships/image"/><Relationship Id="rId3" Target="../media/image15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6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68.png" Type="http://schemas.openxmlformats.org/officeDocument/2006/relationships/image"/><Relationship Id="rId12" Target="../media/image58.png" Type="http://schemas.openxmlformats.org/officeDocument/2006/relationships/image"/><Relationship Id="rId13" Target="../media/image31.png" Type="http://schemas.openxmlformats.org/officeDocument/2006/relationships/image"/><Relationship Id="rId14" Target="../media/image59.png" Type="http://schemas.openxmlformats.org/officeDocument/2006/relationships/image"/><Relationship Id="rId15" Target="../media/image32.png" Type="http://schemas.openxmlformats.org/officeDocument/2006/relationships/image"/><Relationship Id="rId16" Target="../media/image69.png" Type="http://schemas.openxmlformats.org/officeDocument/2006/relationships/image"/><Relationship Id="rId2" Target="../media/image4.png" Type="http://schemas.openxmlformats.org/officeDocument/2006/relationships/image"/><Relationship Id="rId3" Target="../media/image15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6.png" Type="http://schemas.openxmlformats.org/officeDocument/2006/relationships/image"/><Relationship Id="rId7" Target="../media/image67.png" Type="http://schemas.openxmlformats.org/officeDocument/2006/relationships/image"/><Relationship Id="rId8" Target="../media/image16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7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7378700"/>
            <a:ext cx="16916400" cy="2273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55900" y="3695700"/>
            <a:ext cx="12776200" cy="1587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12700" y="3429000"/>
            <a:ext cx="14986000" cy="2336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314700" y="4191000"/>
            <a:ext cx="571500" cy="596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14541500" y="4368800"/>
            <a:ext cx="431800" cy="241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747500" y="7556500"/>
            <a:ext cx="5956300" cy="1219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71500" y="7556500"/>
            <a:ext cx="61849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908800" y="1739900"/>
            <a:ext cx="2590800" cy="1117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423400" y="1955800"/>
            <a:ext cx="2108200" cy="1206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423400" y="3378200"/>
            <a:ext cx="2743200" cy="1206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908800" y="3162300"/>
            <a:ext cx="2628900" cy="1117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423400" y="4800600"/>
            <a:ext cx="2743200" cy="1206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908800" y="4584700"/>
            <a:ext cx="2641600" cy="1117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398000" y="6172200"/>
            <a:ext cx="1689100" cy="825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908800" y="6007100"/>
            <a:ext cx="2641600" cy="11176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3581400" y="5092700"/>
            <a:ext cx="7086600" cy="127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191465200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124700" y="2971800"/>
            <a:ext cx="10477500" cy="127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191465200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124700" y="4381500"/>
            <a:ext cx="10477500" cy="127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191465200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124700" y="5803900"/>
            <a:ext cx="10477500" cy="127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191465200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124700" y="7226300"/>
            <a:ext cx="10477500" cy="12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410700" y="7594600"/>
            <a:ext cx="2273300" cy="8255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6908800" y="7416800"/>
            <a:ext cx="2628900" cy="1117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524000" y="1955800"/>
            <a:ext cx="4876800" cy="1117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2425700" y="1993900"/>
            <a:ext cx="1333500" cy="11811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917700" y="2298700"/>
            <a:ext cx="406400" cy="419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10800000">
            <a:off x="5689600" y="2425700"/>
            <a:ext cx="3175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597900" y="2705100"/>
            <a:ext cx="8242300" cy="127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74800" y="2082800"/>
            <a:ext cx="6172200" cy="6172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420100" y="1841500"/>
            <a:ext cx="3721100" cy="1219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521700" y="2870200"/>
            <a:ext cx="8648700" cy="4203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8500" y="4102100"/>
            <a:ext cx="4216400" cy="454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914900" y="4102100"/>
            <a:ext cx="4229100" cy="454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144000" y="4102100"/>
            <a:ext cx="4229100" cy="4546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73100" y="4102100"/>
            <a:ext cx="4229100" cy="4546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6870700" y="6362700"/>
            <a:ext cx="4546600" cy="127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85800" y="3505200"/>
            <a:ext cx="16916400" cy="12700"/>
          </a:xfrm>
          <a:prstGeom prst="rect">
            <a:avLst/>
          </a:prstGeom>
        </p:spPr>
      </p:pic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2628900" y="6362700"/>
            <a:ext cx="4546600" cy="127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470400" y="5930900"/>
            <a:ext cx="863600" cy="863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813300" y="6184900"/>
            <a:ext cx="177800" cy="3683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712200" y="5930900"/>
            <a:ext cx="863600" cy="863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055100" y="6184900"/>
            <a:ext cx="177800" cy="368300"/>
          </a:xfrm>
          <a:prstGeom prst="rect">
            <a:avLst/>
          </a:prstGeom>
        </p:spPr>
      </p:pic>
      <p:grpSp>
        <p:nvGrpSpPr>
          <p:cNvPr name="Group 31" id="3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941300" y="5930900"/>
            <a:ext cx="863600" cy="863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284200" y="6184900"/>
            <a:ext cx="177800" cy="3683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grpSp>
        <p:nvGrpSpPr>
          <p:cNvPr name="Group 35" id="3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6" id="3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5651500" y="1955800"/>
            <a:ext cx="6985000" cy="1117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6540500" y="2019300"/>
            <a:ext cx="4356100" cy="1168400"/>
          </a:xfrm>
          <a:prstGeom prst="rect">
            <a:avLst/>
          </a:prstGeom>
        </p:spPr>
      </p:pic>
      <p:grpSp>
        <p:nvGrpSpPr>
          <p:cNvPr name="Group 38" id="3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9" id="3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070600" y="2298700"/>
            <a:ext cx="406400" cy="4191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10800000">
            <a:off x="11912600" y="2425700"/>
            <a:ext cx="317500" cy="1778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723900" y="5232400"/>
            <a:ext cx="3898900" cy="30988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546100" y="3543300"/>
            <a:ext cx="1828800" cy="26670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4584700" y="3543300"/>
            <a:ext cx="2654300" cy="26670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8915400" y="3530600"/>
            <a:ext cx="2514600" cy="26797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3119100" y="3543300"/>
            <a:ext cx="2641600" cy="26670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5080000" y="5156200"/>
            <a:ext cx="3111500" cy="12827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9448800" y="5156200"/>
            <a:ext cx="2374900" cy="13081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3639800" y="5156200"/>
            <a:ext cx="32893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62100" y="3835400"/>
            <a:ext cx="8572500" cy="44450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58400" y="3962400"/>
            <a:ext cx="7391400" cy="3962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2184400" y="1320800"/>
            <a:ext cx="13957300" cy="2222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44600" y="1803400"/>
            <a:ext cx="6985000" cy="1117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16100" y="1549400"/>
            <a:ext cx="5651500" cy="24511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73200" y="1968500"/>
            <a:ext cx="800100" cy="838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51000" y="2146300"/>
            <a:ext cx="406400" cy="4191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0800000">
            <a:off x="7340600" y="2197100"/>
            <a:ext cx="635000" cy="355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10800000">
            <a:off x="7493000" y="2273300"/>
            <a:ext cx="317500" cy="177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84300" y="2908300"/>
            <a:ext cx="69215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4800" y="4064000"/>
            <a:ext cx="13195300" cy="3670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2082800" y="1346200"/>
            <a:ext cx="13957300" cy="2222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33500" y="1828800"/>
            <a:ext cx="6985000" cy="1117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17700" y="1574800"/>
            <a:ext cx="5651500" cy="24511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74800" y="1993900"/>
            <a:ext cx="800100" cy="838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52600" y="2171700"/>
            <a:ext cx="406400" cy="4191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10800000">
            <a:off x="7442200" y="2222500"/>
            <a:ext cx="635000" cy="355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0800000">
            <a:off x="7581900" y="2298700"/>
            <a:ext cx="317500" cy="177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22400" y="2959100"/>
            <a:ext cx="4610100" cy="1206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4800" y="3746500"/>
            <a:ext cx="4076700" cy="46355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981700" y="3619500"/>
            <a:ext cx="4279900" cy="4762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680700" y="5689600"/>
            <a:ext cx="4356100" cy="2692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2273300" y="1295400"/>
            <a:ext cx="13957300" cy="2222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43000" y="1778000"/>
            <a:ext cx="6985000" cy="1117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27200" y="1524000"/>
            <a:ext cx="5651500" cy="24511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84300" y="1943100"/>
            <a:ext cx="800100" cy="838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562100" y="2120900"/>
            <a:ext cx="406400" cy="4191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10800000">
            <a:off x="7251700" y="2171700"/>
            <a:ext cx="635000" cy="3556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10800000">
            <a:off x="7391400" y="2247900"/>
            <a:ext cx="317500" cy="177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22400" y="2959100"/>
            <a:ext cx="2336800" cy="1206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8636000"/>
            <a:ext cx="16916400" cy="100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45300" y="3403600"/>
            <a:ext cx="9232900" cy="4203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457700" y="8978900"/>
            <a:ext cx="7531100" cy="3683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2273300" y="1295400"/>
            <a:ext cx="13957300" cy="2222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43000" y="1778000"/>
            <a:ext cx="6985000" cy="1117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39900" y="1587500"/>
            <a:ext cx="4114800" cy="29845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84300" y="1943100"/>
            <a:ext cx="800100" cy="838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62100" y="2120900"/>
            <a:ext cx="406400" cy="4191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10800000">
            <a:off x="7251700" y="2171700"/>
            <a:ext cx="635000" cy="355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0800000">
            <a:off x="7391400" y="2247900"/>
            <a:ext cx="317500" cy="177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09700" y="3340100"/>
            <a:ext cx="4724400" cy="4102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7378700"/>
            <a:ext cx="16916400" cy="2273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55900" y="3695700"/>
            <a:ext cx="12776200" cy="1587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508000" y="3429000"/>
            <a:ext cx="15608300" cy="2374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314700" y="4191000"/>
            <a:ext cx="571500" cy="596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14541500" y="4368800"/>
            <a:ext cx="431800" cy="241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747500" y="7556500"/>
            <a:ext cx="5956300" cy="1219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71500" y="7556500"/>
            <a:ext cx="61849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838200"/>
            <a:ext cx="16916400" cy="901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790700"/>
            <a:ext cx="16916400" cy="806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7400" y="736600"/>
            <a:ext cx="16916400" cy="9017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1651000"/>
            <a:ext cx="16916400" cy="810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635000"/>
            <a:ext cx="16916400" cy="901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7378700"/>
            <a:ext cx="16916400" cy="2273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5800" y="1536700"/>
            <a:ext cx="169164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833100" y="952500"/>
            <a:ext cx="71247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3000" y="990600"/>
            <a:ext cx="190500" cy="19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990600"/>
            <a:ext cx="190500" cy="190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990600"/>
            <a:ext cx="190500" cy="190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33400" y="3505200"/>
            <a:ext cx="14528800" cy="2260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747500" y="7556500"/>
            <a:ext cx="5956300" cy="1219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71500" y="7556500"/>
            <a:ext cx="6184900" cy="121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